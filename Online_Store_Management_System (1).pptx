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14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1090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8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206240" cy="4206240"/>
          </a:xfrm>
          <a:prstGeom prst="ellipse">
            <a:avLst/>
          </a:prstGeom>
          <a:solidFill>
            <a:srgbClr val="1E3A5F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657600" cy="3657600"/>
          </a:xfrm>
          <a:prstGeom prst="ellipse">
            <a:avLst/>
          </a:prstGeom>
          <a:solidFill>
            <a:srgbClr val="1E3A5F">
              <a:alpha val="70000"/>
            </a:srgbClr>
          </a:solidFill>
          <a:ln/>
        </p:spPr>
      </p:sp>
      <p:pic>
        <p:nvPicPr>
          <p:cNvPr id="4" name="Image 0" descr="/home/claude/osm/icons/c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9436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8720" y="5943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46888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Store Management System</a:t>
            </a:r>
            <a:endParaRPr lang="en-US" sz="4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5204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 platform to manage inventory, orders, customers, and sales analytics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4572000"/>
            <a:ext cx="6400800" cy="1600200"/>
          </a:xfrm>
          <a:prstGeom prst="rect">
            <a:avLst/>
          </a:prstGeom>
          <a:solidFill>
            <a:srgbClr val="1E3A5F">
              <a:alpha val="80000"/>
            </a:srgbClr>
          </a:solidFill>
          <a:ln w="9525">
            <a:solidFill>
              <a:srgbClr val="2FA8A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47091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50749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Bavesh  —  2620030486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55321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Rithwik  —  2620030484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98480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D9E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949440" cy="4572000"/>
          </a:xfrm>
          <a:prstGeom prst="rect">
            <a:avLst/>
          </a:prstGeom>
          <a:solidFill>
            <a:srgbClr val="F4F6F8"/>
          </a:solidFill>
          <a:ln/>
        </p:spPr>
      </p:sp>
      <p:pic>
        <p:nvPicPr>
          <p:cNvPr id="5" name="Image 0" descr="/home/claude/osm/icons/problem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8745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8288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and small-scale online stores struggle to manage growing operations using manual, disconnected methods.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914400" y="2816352"/>
            <a:ext cx="91440" cy="914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188720" y="2670048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inventory tracking leads to stockouts, overstocking, and mismatched records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14400" y="3346704"/>
            <a:ext cx="91440" cy="914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88720" y="320040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are processed inconsistently, causing delays and shipping errors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14400" y="3877056"/>
            <a:ext cx="91440" cy="914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188720" y="3730752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system to track customer data, purchase history, or support requests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914400" y="4407408"/>
            <a:ext cx="91440" cy="914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188720" y="4261104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owners lack real-time visibility into sales performance and trends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914400" y="4937760"/>
            <a:ext cx="91440" cy="914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88720" y="4791456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handling and order status updates are often fragmented across tools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818120" y="1600200"/>
            <a:ext cx="3794760" cy="4572000"/>
          </a:xfrm>
          <a:prstGeom prst="rect">
            <a:avLst/>
          </a:prstGeom>
          <a:solidFill>
            <a:srgbClr val="14283F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092440" y="1965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Issue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8092440" y="237744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tools force store owners to juggle inventory sheets, order emails, and separate payment logs — wasting time and causing costly errors.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8092440" y="4206240"/>
            <a:ext cx="3200400" cy="0"/>
          </a:xfrm>
          <a:prstGeom prst="line">
            <a:avLst/>
          </a:prstGeom>
          <a:noFill/>
          <a:ln w="12700">
            <a:solidFill>
              <a:srgbClr val="2FA8A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092440" y="443484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addresses the need for one unified system to run an online store efficiently.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Store Management System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centralized Online Store Management System bringing every operation together in one dashboard.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538728" cy="1874520"/>
          </a:xfrm>
          <a:prstGeom prst="rect">
            <a:avLst/>
          </a:prstGeom>
          <a:solidFill>
            <a:srgbClr val="EAF4F3"/>
          </a:solidFill>
          <a:ln/>
        </p:spPr>
      </p:sp>
      <p:pic>
        <p:nvPicPr>
          <p:cNvPr id="5" name="Image 0" descr="/home/claude/osm/icons/boxes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33172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2004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stock tracking with low-stock alerts and automatic updates on every sale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233672" y="2148840"/>
            <a:ext cx="3538728" cy="1874520"/>
          </a:xfrm>
          <a:prstGeom prst="rect">
            <a:avLst/>
          </a:prstGeom>
          <a:solidFill>
            <a:srgbClr val="F4F6F8"/>
          </a:solidFill>
          <a:ln/>
        </p:spPr>
      </p:sp>
      <p:pic>
        <p:nvPicPr>
          <p:cNvPr id="9" name="Image 1" descr="/home/claude/osm/icons/cart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2272" y="233172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462272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Processing</a:t>
            </a:r>
            <a:endParaRPr lang="en-US" sz="1450" dirty="0"/>
          </a:p>
        </p:txBody>
      </p:sp>
      <p:sp>
        <p:nvSpPr>
          <p:cNvPr id="11" name="Text 7"/>
          <p:cNvSpPr txBox="1"/>
          <p:nvPr/>
        </p:nvSpPr>
        <p:spPr>
          <a:xfrm>
            <a:off x="4462272" y="32004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Streamlined order flow from checkout to delivery, with live status tracking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7918704" y="2148840"/>
            <a:ext cx="3538728" cy="1874520"/>
          </a:xfrm>
          <a:prstGeom prst="rect">
            <a:avLst/>
          </a:prstGeom>
          <a:solidFill>
            <a:srgbClr val="EAF4F3"/>
          </a:solidFill>
          <a:ln/>
        </p:spPr>
      </p:sp>
      <p:pic>
        <p:nvPicPr>
          <p:cNvPr id="13" name="Image 2" descr="/home/claude/osm/icons/users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7304" y="233172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147304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Management</a:t>
            </a:r>
            <a:endParaRPr lang="en-US" sz="1450" dirty="0"/>
          </a:p>
        </p:txBody>
      </p:sp>
      <p:sp>
        <p:nvSpPr>
          <p:cNvPr id="15" name="Text 10"/>
          <p:cNvSpPr txBox="1"/>
          <p:nvPr/>
        </p:nvSpPr>
        <p:spPr>
          <a:xfrm>
            <a:off x="8147304" y="32004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customer database storing purchase history and support interactions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4160520"/>
            <a:ext cx="3538728" cy="1874520"/>
          </a:xfrm>
          <a:prstGeom prst="rect">
            <a:avLst/>
          </a:prstGeom>
          <a:solidFill>
            <a:srgbClr val="F4F6F8"/>
          </a:solidFill>
          <a:ln/>
        </p:spPr>
      </p:sp>
      <p:pic>
        <p:nvPicPr>
          <p:cNvPr id="17" name="Image 3" descr="/home/claude/osm/icons/chart_d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34340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77240" y="4846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Analytics</a:t>
            </a:r>
            <a:endParaRPr lang="en-US" sz="1450" dirty="0"/>
          </a:p>
        </p:txBody>
      </p:sp>
      <p:sp>
        <p:nvSpPr>
          <p:cNvPr id="19" name="Text 13"/>
          <p:cNvSpPr txBox="1"/>
          <p:nvPr/>
        </p:nvSpPr>
        <p:spPr>
          <a:xfrm>
            <a:off x="777240" y="52120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dashboards showing revenue, top products, and sales trends at a glance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4233672" y="4160520"/>
            <a:ext cx="3538728" cy="1874520"/>
          </a:xfrm>
          <a:prstGeom prst="rect">
            <a:avLst/>
          </a:prstGeom>
          <a:solidFill>
            <a:srgbClr val="EAF4F3"/>
          </a:solidFill>
          <a:ln/>
        </p:spPr>
      </p:sp>
      <p:pic>
        <p:nvPicPr>
          <p:cNvPr id="21" name="Image 4" descr="/home/claude/osm/icons/shield_da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2272" y="4343400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4462272" y="4846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Payments</a:t>
            </a:r>
            <a:endParaRPr lang="en-US" sz="1450" dirty="0"/>
          </a:p>
        </p:txBody>
      </p:sp>
      <p:sp>
        <p:nvSpPr>
          <p:cNvPr id="23" name="Text 16"/>
          <p:cNvSpPr txBox="1"/>
          <p:nvPr/>
        </p:nvSpPr>
        <p:spPr>
          <a:xfrm>
            <a:off x="4462272" y="52120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Integrated, encrypted payment processing supporting multiple payment methods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7918704" y="4160520"/>
            <a:ext cx="3538728" cy="1874520"/>
          </a:xfrm>
          <a:prstGeom prst="rect">
            <a:avLst/>
          </a:prstGeom>
          <a:solidFill>
            <a:srgbClr val="F4F6F8"/>
          </a:solidFill>
          <a:ln/>
        </p:spPr>
      </p:sp>
      <p:pic>
        <p:nvPicPr>
          <p:cNvPr id="25" name="Image 5" descr="/home/claude/osm/icons/check_dar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47304" y="4343400"/>
            <a:ext cx="411480" cy="41148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8147304" y="4846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Control Panel</a:t>
            </a:r>
            <a:endParaRPr lang="en-US" sz="1450" dirty="0"/>
          </a:p>
        </p:txBody>
      </p:sp>
      <p:sp>
        <p:nvSpPr>
          <p:cNvPr id="27" name="Text 19"/>
          <p:cNvSpPr txBox="1"/>
          <p:nvPr/>
        </p:nvSpPr>
        <p:spPr>
          <a:xfrm>
            <a:off x="8147304" y="52120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login for owners to manage products, orders, and staff permissions</a:t>
            </a:r>
            <a:endParaRPr lang="en-US" sz="1150" dirty="0"/>
          </a:p>
        </p:txBody>
      </p:sp>
      <p:sp>
        <p:nvSpPr>
          <p:cNvPr id="28" name="Text 2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Store Management System</a:t>
            </a:r>
            <a:endParaRPr lang="en-US" sz="1000" dirty="0"/>
          </a:p>
        </p:txBody>
      </p:sp>
      <p:sp>
        <p:nvSpPr>
          <p:cNvPr id="29" name="Text 21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11064240" cy="1554480"/>
          </a:xfrm>
          <a:prstGeom prst="rect">
            <a:avLst/>
          </a:prstGeom>
          <a:solidFill>
            <a:srgbClr val="14283F"/>
          </a:solidFill>
          <a:ln/>
        </p:spPr>
      </p:sp>
      <p:pic>
        <p:nvPicPr>
          <p:cNvPr id="4" name="Image 0" descr="/home/claude/osm/icons/roc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9202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783080"/>
            <a:ext cx="9692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Online Store Management System replaces scattered spreadsheets and manual processes with one connected platform — giving store owners real-time control over inventory, orders, customers, and sales, all from a single dashboard.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3429000"/>
            <a:ext cx="3538728" cy="1691640"/>
          </a:xfrm>
          <a:prstGeom prst="rect">
            <a:avLst/>
          </a:prstGeom>
          <a:solidFill>
            <a:srgbClr val="F4F6F8"/>
          </a:solidFill>
          <a:ln/>
        </p:spPr>
      </p:sp>
      <p:pic>
        <p:nvPicPr>
          <p:cNvPr id="7" name="Image 1" descr="/home/claude/osm/icons/check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657600"/>
            <a:ext cx="365760" cy="3657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77240" y="41148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errors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44348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stock and order tracking removes manual mismatches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233672" y="3429000"/>
            <a:ext cx="3538728" cy="1691640"/>
          </a:xfrm>
          <a:prstGeom prst="rect">
            <a:avLst/>
          </a:prstGeom>
          <a:solidFill>
            <a:srgbClr val="F4F6F8"/>
          </a:solidFill>
          <a:ln/>
        </p:spPr>
      </p:sp>
      <p:pic>
        <p:nvPicPr>
          <p:cNvPr id="11" name="Image 2" descr="/home/claude/osm/icons/chart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2272" y="365760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462272" y="41148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decisions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4462272" y="44348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analytics help owners react to trends as they happen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7918704" y="3429000"/>
            <a:ext cx="3538728" cy="1691640"/>
          </a:xfrm>
          <a:prstGeom prst="rect">
            <a:avLst/>
          </a:prstGeom>
          <a:solidFill>
            <a:srgbClr val="F4F6F8"/>
          </a:solidFill>
          <a:ln/>
        </p:spPr>
      </p:sp>
      <p:pic>
        <p:nvPicPr>
          <p:cNvPr id="15" name="Image 3" descr="/home/claude/osm/icons/mobile_d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7304" y="3657600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147304" y="41148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growth</a:t>
            </a:r>
            <a:endParaRPr lang="en-US" sz="1400" dirty="0"/>
          </a:p>
        </p:txBody>
      </p:sp>
      <p:sp>
        <p:nvSpPr>
          <p:cNvPr id="17" name="Text 11"/>
          <p:cNvSpPr txBox="1"/>
          <p:nvPr/>
        </p:nvSpPr>
        <p:spPr>
          <a:xfrm>
            <a:off x="8147304" y="44348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supports the store as products and orders increase</a:t>
            </a:r>
            <a:endParaRPr lang="en-US" sz="1150" dirty="0"/>
          </a:p>
        </p:txBody>
      </p:sp>
      <p:sp>
        <p:nvSpPr>
          <p:cNvPr id="18" name="Text 12"/>
          <p:cNvSpPr txBox="1"/>
          <p:nvPr/>
        </p:nvSpPr>
        <p:spPr>
          <a:xfrm>
            <a:off x="548640" y="5394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Scope: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548640" y="57150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product recommendations, a dedicated mobile app, and multi-vendor marketplace support.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Store Management System</a:t>
            </a:r>
            <a:endParaRPr lang="en-US" sz="1000" dirty="0"/>
          </a:p>
        </p:txBody>
      </p:sp>
      <p:sp>
        <p:nvSpPr>
          <p:cNvPr id="21" name="Text 15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8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206240" cy="4206240"/>
          </a:xfrm>
          <a:prstGeom prst="ellipse">
            <a:avLst/>
          </a:prstGeom>
          <a:solidFill>
            <a:srgbClr val="1E3A5F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657600" cy="3657600"/>
          </a:xfrm>
          <a:prstGeom prst="ellipse">
            <a:avLst/>
          </a:prstGeom>
          <a:solidFill>
            <a:srgbClr val="1E3A5F">
              <a:alpha val="70000"/>
            </a:srgbClr>
          </a:solidFill>
          <a:ln/>
        </p:spPr>
      </p:sp>
      <p:pic>
        <p:nvPicPr>
          <p:cNvPr id="4" name="Image 0" descr="/home/claude/osm/icons/c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2103120"/>
            <a:ext cx="914400" cy="914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320040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206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Store Management System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53949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Bavesh (2620030486)   •   Rithwik (2620030484)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374</Words>
  <Application>Microsoft Office PowerPoint</Application>
  <PresentationFormat>Widescreen</PresentationFormat>
  <Paragraphs>55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baveshkurn@outlook.com</cp:lastModifiedBy>
  <cp:revision>1</cp:revision>
  <dcterms:created xsi:type="dcterms:W3CDTF">2026-09-22T08:49:47Z</dcterms:created>
  <dcterms:modified xsi:type="dcterms:W3CDTF">2026-09-22T09:05:18Z</dcterms:modified>
</cp:coreProperties>
</file>